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2" r:id="rId5"/>
    <p:sldId id="263" r:id="rId6"/>
    <p:sldId id="264" r:id="rId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9202"/>
    <a:srgbClr val="FFF3E7"/>
    <a:srgbClr val="5EEC3C"/>
    <a:srgbClr val="FFDC47"/>
    <a:srgbClr val="CCCC00"/>
    <a:srgbClr val="FFCC66"/>
    <a:srgbClr val="007033"/>
    <a:srgbClr val="990099"/>
    <a:srgbClr val="CC0099"/>
    <a:srgbClr val="6C1A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786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82733-6617-4C99-A2A5-50FBEA7F0AF7}" type="datetimeFigureOut">
              <a:rPr lang="en-US" smtClean="0"/>
              <a:pPr/>
              <a:t>12/23/2020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E6C50-972E-431E-9177-9FAB59CA1C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73015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8965" y="3335275"/>
            <a:ext cx="8246070" cy="763525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8965" y="4098800"/>
            <a:ext cx="8246070" cy="458115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1350110"/>
            <a:ext cx="8246070" cy="610820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960931"/>
            <a:ext cx="8246070" cy="2748684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4950" y="433880"/>
            <a:ext cx="5802790" cy="572644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4950" y="1197406"/>
            <a:ext cx="5802790" cy="335835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4" y="1350110"/>
            <a:ext cx="8246071" cy="610820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960930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2571750"/>
            <a:ext cx="4040188" cy="2137871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960930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571750"/>
            <a:ext cx="4041775" cy="2137871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="" xmlns:a16="http://schemas.microsoft.com/office/drawing/2014/main" id="{30B13A5B-63C4-4973-9ECB-21BE8C92CE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18306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12/23/2020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E4DEB03E-35A2-4402-9CC6-EDAA7FDF6F21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=""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CSE299 project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CSE299 project weekly progress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276350"/>
            <a:ext cx="8246070" cy="61082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 Project Group member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809750"/>
            <a:ext cx="8246070" cy="3200400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Member 1: </a:t>
            </a:r>
          </a:p>
          <a:p>
            <a:pPr>
              <a:buNone/>
            </a:pPr>
            <a:r>
              <a:rPr lang="en-US" dirty="0" smtClean="0"/>
              <a:t>Name: </a:t>
            </a:r>
            <a:r>
              <a:rPr lang="en-US" dirty="0" err="1" smtClean="0"/>
              <a:t>Antu</a:t>
            </a:r>
            <a:r>
              <a:rPr lang="en-US" dirty="0" smtClean="0"/>
              <a:t> </a:t>
            </a:r>
            <a:r>
              <a:rPr lang="en-US" dirty="0" err="1" smtClean="0"/>
              <a:t>saha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Id:1722104642</a:t>
            </a:r>
          </a:p>
          <a:p>
            <a:pPr>
              <a:buNone/>
            </a:pPr>
            <a:r>
              <a:rPr lang="en-US" b="1" dirty="0" smtClean="0"/>
              <a:t>Member 2:</a:t>
            </a:r>
          </a:p>
          <a:p>
            <a:pPr>
              <a:buNone/>
            </a:pPr>
            <a:r>
              <a:rPr lang="en-US" dirty="0" err="1" smtClean="0"/>
              <a:t>Name:Ashdsin</a:t>
            </a:r>
            <a:r>
              <a:rPr lang="en-US" dirty="0" smtClean="0"/>
              <a:t> </a:t>
            </a:r>
            <a:r>
              <a:rPr lang="en-US" dirty="0" err="1" smtClean="0"/>
              <a:t>Huq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ID:1632482042</a:t>
            </a:r>
            <a:r>
              <a:rPr lang="en-US" b="1" dirty="0" smtClean="0"/>
              <a:t> 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Project Readme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Content Placeholder 6" descr="Screenshot (1496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4825" y="1245446"/>
            <a:ext cx="5802313" cy="3262208"/>
          </a:xfrm>
        </p:spPr>
      </p:pic>
    </p:spTree>
    <p:extLst>
      <p:ext uri="{BB962C8B-B14F-4D97-AF65-F5344CB8AC3E}">
        <p14:creationId xmlns="" xmlns:p14="http://schemas.microsoft.com/office/powerpoint/2010/main" val="110163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Project Readme(cont)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Content Placeholder 5" descr="Screenshot (1497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4825" y="1245446"/>
            <a:ext cx="5802313" cy="3262208"/>
          </a:xfrm>
        </p:spPr>
      </p:pic>
    </p:spTree>
    <p:extLst>
      <p:ext uri="{BB962C8B-B14F-4D97-AF65-F5344CB8AC3E}">
        <p14:creationId xmlns="" xmlns:p14="http://schemas.microsoft.com/office/powerpoint/2010/main" val="1101633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Commits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Content Placeholder 6" descr="Screenshot (1498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4825" y="1245446"/>
            <a:ext cx="5802313" cy="3262208"/>
          </a:xfrm>
        </p:spPr>
      </p:pic>
    </p:spTree>
    <p:extLst>
      <p:ext uri="{BB962C8B-B14F-4D97-AF65-F5344CB8AC3E}">
        <p14:creationId xmlns="" xmlns:p14="http://schemas.microsoft.com/office/powerpoint/2010/main" val="1101633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Issue Board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Content Placeholder 5" descr="Screenshot (1493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4825" y="1245446"/>
            <a:ext cx="5802313" cy="3262208"/>
          </a:xfrm>
        </p:spPr>
      </p:pic>
    </p:spTree>
    <p:extLst>
      <p:ext uri="{BB962C8B-B14F-4D97-AF65-F5344CB8AC3E}">
        <p14:creationId xmlns="" xmlns:p14="http://schemas.microsoft.com/office/powerpoint/2010/main" val="1101633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912</TotalTime>
  <Words>32</Words>
  <Application>Microsoft Office PowerPoint</Application>
  <PresentationFormat>On-screen Show (16:9)</PresentationFormat>
  <Paragraphs>13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CSE299 project</vt:lpstr>
      <vt:lpstr> Project Group member  </vt:lpstr>
      <vt:lpstr>Project Readme</vt:lpstr>
      <vt:lpstr>Project Readme(cont)</vt:lpstr>
      <vt:lpstr>Commits</vt:lpstr>
      <vt:lpstr>Issue Board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Antu</cp:lastModifiedBy>
  <cp:revision>133</cp:revision>
  <dcterms:created xsi:type="dcterms:W3CDTF">2013-08-21T19:17:07Z</dcterms:created>
  <dcterms:modified xsi:type="dcterms:W3CDTF">2020-12-23T10:38:59Z</dcterms:modified>
</cp:coreProperties>
</file>