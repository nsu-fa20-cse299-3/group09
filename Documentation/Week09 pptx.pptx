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4" r:id="rId6"/>
    <p:sldId id="261" r:id="rId7"/>
    <p:sldId id="262" r:id="rId8"/>
    <p:sldId id="265" r:id="rId9"/>
    <p:sldId id="263" r:id="rId10"/>
    <p:sldId id="266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EC3C"/>
    <a:srgbClr val="007033"/>
    <a:srgbClr val="FFCC66"/>
    <a:srgbClr val="990099"/>
    <a:srgbClr val="CC0099"/>
    <a:srgbClr val="FE9202"/>
    <a:srgbClr val="6C1A00"/>
    <a:srgbClr val="00AACC"/>
    <a:srgbClr val="1D3A00"/>
    <a:srgbClr val="00329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8129B-D670-45A8-80B6-38E72459867A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FFDEE-DC9A-4B34-B786-A450E1885E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752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17900" y="1960930"/>
            <a:ext cx="7177135" cy="198516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5EEC3C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900" y="3946095"/>
            <a:ext cx="7177135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69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512215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433880"/>
            <a:ext cx="6260905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044700"/>
            <a:ext cx="6260904" cy="351106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6"/>
            <a:ext cx="8246069" cy="91623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35341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35341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2EEC9D04-F5BA-4A49-AB65-C497D699F0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FD6D7A0-E93F-41B3-989C-1EFD83334D05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xmlns="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CSE299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CSE299 project weekly 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81274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Project Group member </a:t>
            </a:r>
            <a:r>
              <a:rPr lang="en-US" dirty="0" smtClean="0"/>
              <a:t>:</a:t>
            </a:r>
            <a:endParaRPr lang="en-US" dirty="0"/>
          </a:p>
          <a:p>
            <a:pPr>
              <a:buNone/>
            </a:pPr>
            <a:r>
              <a:rPr lang="en-US" b="1" dirty="0" smtClean="0"/>
              <a:t>  Member </a:t>
            </a:r>
            <a:r>
              <a:rPr lang="en-US" b="1" dirty="0" smtClean="0"/>
              <a:t>1: </a:t>
            </a:r>
          </a:p>
          <a:p>
            <a:pPr>
              <a:buNone/>
            </a:pPr>
            <a:r>
              <a:rPr lang="en-US" dirty="0" smtClean="0"/>
              <a:t>  Name</a:t>
            </a:r>
            <a:r>
              <a:rPr lang="en-US" dirty="0" smtClean="0"/>
              <a:t>: </a:t>
            </a:r>
            <a:r>
              <a:rPr lang="en-US" dirty="0" err="1" smtClean="0"/>
              <a:t>Antu</a:t>
            </a:r>
            <a:r>
              <a:rPr lang="en-US" dirty="0" smtClean="0"/>
              <a:t> </a:t>
            </a:r>
            <a:r>
              <a:rPr lang="en-US" dirty="0" err="1" smtClean="0"/>
              <a:t>saha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Id:1722104642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  Member </a:t>
            </a:r>
            <a:r>
              <a:rPr lang="en-US" b="1" dirty="0" smtClean="0"/>
              <a:t>2: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Name:Ashdsin</a:t>
            </a:r>
            <a:r>
              <a:rPr lang="en-US" dirty="0" smtClean="0"/>
              <a:t> </a:t>
            </a:r>
            <a:r>
              <a:rPr lang="en-US" dirty="0" err="1" smtClean="0"/>
              <a:t>Huq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ID:1632482042</a:t>
            </a:r>
            <a:r>
              <a:rPr lang="en-US" b="1" dirty="0" smtClean="0"/>
              <a:t> 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</a:t>
            </a:r>
            <a:endParaRPr lang="en-US" dirty="0"/>
          </a:p>
        </p:txBody>
      </p:sp>
      <p:pic>
        <p:nvPicPr>
          <p:cNvPr id="6" name="Content Placeholder 5" descr="Screenshot (151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03977"/>
            <a:ext cx="6261100" cy="3192746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Readme(Cont)</a:t>
            </a:r>
            <a:endParaRPr lang="en-US" dirty="0"/>
          </a:p>
        </p:txBody>
      </p:sp>
      <p:pic>
        <p:nvPicPr>
          <p:cNvPr id="7" name="Content Placeholder 6" descr="Screenshot (1514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911" y="1044575"/>
            <a:ext cx="6245804" cy="3511550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Readme(Cont)</a:t>
            </a:r>
            <a:endParaRPr lang="en-US" dirty="0"/>
          </a:p>
        </p:txBody>
      </p:sp>
      <p:pic>
        <p:nvPicPr>
          <p:cNvPr id="6" name="Content Placeholder 5" descr="Screenshot (1515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8962"/>
            <a:ext cx="6261100" cy="3162776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Readme(Cont)</a:t>
            </a:r>
            <a:endParaRPr lang="en-US" dirty="0"/>
          </a:p>
        </p:txBody>
      </p:sp>
      <p:pic>
        <p:nvPicPr>
          <p:cNvPr id="6" name="Content Placeholder 5" descr="Screenshot (1516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20167"/>
            <a:ext cx="6261100" cy="3160365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Commits</a:t>
            </a:r>
            <a:endParaRPr lang="en-US" dirty="0"/>
          </a:p>
        </p:txBody>
      </p:sp>
      <p:pic>
        <p:nvPicPr>
          <p:cNvPr id="6" name="Content Placeholder 5" descr="Screenshot (151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0708"/>
            <a:ext cx="6261100" cy="3179284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Commits(Cont)</a:t>
            </a:r>
            <a:endParaRPr lang="en-US" dirty="0"/>
          </a:p>
        </p:txBody>
      </p:sp>
      <p:pic>
        <p:nvPicPr>
          <p:cNvPr id="6" name="Content Placeholder 5" descr="Screenshot (1512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04113"/>
            <a:ext cx="6261100" cy="3192473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Issue Board</a:t>
            </a:r>
            <a:endParaRPr lang="en-US" dirty="0"/>
          </a:p>
        </p:txBody>
      </p:sp>
      <p:pic>
        <p:nvPicPr>
          <p:cNvPr id="6" name="Content Placeholder 5" descr="Screenshot (1510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21202"/>
            <a:ext cx="6261100" cy="3158295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</a:t>
            </a:r>
            <a:r>
              <a:rPr lang="en-US" dirty="0" smtClean="0"/>
              <a:t>Board</a:t>
            </a:r>
            <a:endParaRPr lang="en-US" dirty="0"/>
          </a:p>
        </p:txBody>
      </p:sp>
      <p:pic>
        <p:nvPicPr>
          <p:cNvPr id="7" name="Content Placeholder 6" descr="Screenshot (151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198406"/>
            <a:ext cx="6261100" cy="3203887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50</Words>
  <Application>Microsoft Office PowerPoint</Application>
  <PresentationFormat>On-screen Show (16:9)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CSE299 project</vt:lpstr>
      <vt:lpstr>Members</vt:lpstr>
      <vt:lpstr>Project Readme</vt:lpstr>
      <vt:lpstr>Project Readme(Cont)</vt:lpstr>
      <vt:lpstr>Project Readme(Cont)</vt:lpstr>
      <vt:lpstr>Project Readme(Cont)</vt:lpstr>
      <vt:lpstr>Commits</vt:lpstr>
      <vt:lpstr>Commits(Cont)</vt:lpstr>
      <vt:lpstr>Issue Board</vt:lpstr>
      <vt:lpstr>Project Board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Antu</cp:lastModifiedBy>
  <cp:revision>121</cp:revision>
  <dcterms:created xsi:type="dcterms:W3CDTF">2013-08-21T19:17:07Z</dcterms:created>
  <dcterms:modified xsi:type="dcterms:W3CDTF">2020-12-30T02:20:07Z</dcterms:modified>
</cp:coreProperties>
</file>