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7" r:id="rId5"/>
    <p:sldId id="268" r:id="rId6"/>
    <p:sldId id="269" r:id="rId7"/>
    <p:sldId id="270" r:id="rId8"/>
    <p:sldId id="271" r:id="rId9"/>
    <p:sldId id="272" r:id="rId10"/>
    <p:sldId id="273" r:id="rId1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EEC3C"/>
    <a:srgbClr val="007033"/>
    <a:srgbClr val="FFCC66"/>
    <a:srgbClr val="990099"/>
    <a:srgbClr val="CC0099"/>
    <a:srgbClr val="FE9202"/>
    <a:srgbClr val="6C1A00"/>
    <a:srgbClr val="00AACC"/>
    <a:srgbClr val="1D3A00"/>
    <a:srgbClr val="00329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91" d="100"/>
          <a:sy n="91" d="100"/>
        </p:scale>
        <p:origin x="-786" y="-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C8129B-D670-45A8-80B6-38E72459867A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9FFDEE-DC9A-4B34-B786-A450E1885E8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4175253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517900" y="1960930"/>
            <a:ext cx="7177135" cy="1985165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rgbClr val="5EEC3C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900" y="3946095"/>
            <a:ext cx="7177135" cy="763525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5"/>
            <a:ext cx="8246069" cy="763525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512215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433880"/>
            <a:ext cx="6260905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044700"/>
            <a:ext cx="6260904" cy="3511061"/>
          </a:xfrm>
        </p:spPr>
        <p:txBody>
          <a:bodyPr/>
          <a:lstStyle>
            <a:lvl1pPr algn="l">
              <a:defRPr sz="2800">
                <a:solidFill>
                  <a:schemeClr val="bg1"/>
                </a:solidFill>
              </a:defRPr>
            </a:lvl1pPr>
            <a:lvl2pPr algn="l">
              <a:defRPr>
                <a:solidFill>
                  <a:schemeClr val="bg1"/>
                </a:solidFill>
              </a:defRPr>
            </a:lvl2pPr>
            <a:lvl3pPr algn="l">
              <a:defRPr>
                <a:solidFill>
                  <a:schemeClr val="bg1"/>
                </a:solidFill>
              </a:defRPr>
            </a:lvl3pPr>
            <a:lvl4pPr algn="l">
              <a:defRPr>
                <a:solidFill>
                  <a:schemeClr val="bg1"/>
                </a:solidFill>
              </a:defRPr>
            </a:lvl4pPr>
            <a:lvl5pPr algn="l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281176"/>
            <a:ext cx="8246069" cy="91623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rgbClr val="5EEC3C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655520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2135341"/>
            <a:ext cx="4040188" cy="2137871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655520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2135341"/>
            <a:ext cx="4041775" cy="2137871"/>
          </a:xfrm>
        </p:spPr>
        <p:txBody>
          <a:bodyPr/>
          <a:lstStyle>
            <a:lvl1pPr algn="ctr">
              <a:defRPr sz="2400">
                <a:solidFill>
                  <a:schemeClr val="bg1"/>
                </a:solidFill>
              </a:defRPr>
            </a:lvl1pPr>
            <a:lvl2pPr algn="ctr">
              <a:defRPr sz="2000">
                <a:solidFill>
                  <a:schemeClr val="bg1"/>
                </a:solidFill>
              </a:defRPr>
            </a:lvl2pPr>
            <a:lvl3pPr algn="ctr">
              <a:defRPr sz="1800">
                <a:solidFill>
                  <a:schemeClr val="bg1"/>
                </a:solidFill>
              </a:defRPr>
            </a:lvl3pPr>
            <a:lvl4pPr algn="ctr">
              <a:defRPr sz="1600">
                <a:solidFill>
                  <a:schemeClr val="bg1"/>
                </a:solidFill>
              </a:defRPr>
            </a:lvl4pPr>
            <a:lvl5pPr algn="ctr">
              <a:defRPr sz="1600">
                <a:solidFill>
                  <a:schemeClr val="bg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="" xmlns:a16="http://schemas.microsoft.com/office/drawing/2014/main" id="{2EEC9D04-F5BA-4A49-AB65-C497D699F03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1/6/2021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CFD6D7A0-E93F-41B3-989C-1EFD83334D05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=""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1"/>
                </a:solidFill>
              </a:rPr>
              <a:t>CSE299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CSE299 project weekly progress</a:t>
            </a:r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812745"/>
          </a:xfrm>
        </p:spPr>
        <p:txBody>
          <a:bodyPr>
            <a:normAutofit lnSpcReduction="10000"/>
          </a:bodyPr>
          <a:lstStyle/>
          <a:p>
            <a:r>
              <a:rPr lang="en-US" dirty="0" smtClean="0"/>
              <a:t> Project Group member :</a:t>
            </a:r>
            <a:endParaRPr lang="en-US" dirty="0"/>
          </a:p>
          <a:p>
            <a:pPr>
              <a:buNone/>
            </a:pPr>
            <a:r>
              <a:rPr lang="en-US" b="1" dirty="0" smtClean="0"/>
              <a:t>  Member 1: </a:t>
            </a:r>
          </a:p>
          <a:p>
            <a:pPr>
              <a:buNone/>
            </a:pPr>
            <a:r>
              <a:rPr lang="en-US" dirty="0" smtClean="0"/>
              <a:t>  Name: </a:t>
            </a:r>
            <a:r>
              <a:rPr lang="en-US" dirty="0" err="1" smtClean="0"/>
              <a:t>Antu</a:t>
            </a:r>
            <a:r>
              <a:rPr lang="en-US" dirty="0" smtClean="0"/>
              <a:t> </a:t>
            </a:r>
            <a:r>
              <a:rPr lang="en-US" dirty="0" err="1" smtClean="0"/>
              <a:t>saha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Id:1722104642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r>
              <a:rPr lang="en-US" b="1" dirty="0" smtClean="0"/>
              <a:t>  Member 2:</a:t>
            </a:r>
          </a:p>
          <a:p>
            <a:pPr>
              <a:buNone/>
            </a:pPr>
            <a:r>
              <a:rPr lang="en-US" dirty="0" smtClean="0"/>
              <a:t>  </a:t>
            </a:r>
            <a:r>
              <a:rPr lang="en-US" dirty="0" err="1" smtClean="0"/>
              <a:t>Name:Ashdsin</a:t>
            </a:r>
            <a:r>
              <a:rPr lang="en-US" dirty="0" smtClean="0"/>
              <a:t> </a:t>
            </a:r>
            <a:r>
              <a:rPr lang="en-US" dirty="0" err="1" smtClean="0"/>
              <a:t>Huq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ID:1632482042</a:t>
            </a:r>
            <a:r>
              <a:rPr lang="en-US" b="1" dirty="0" smtClean="0"/>
              <a:t>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=""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Readme</a:t>
            </a:r>
            <a:endParaRPr lang="en-US" dirty="0"/>
          </a:p>
        </p:txBody>
      </p:sp>
      <p:pic>
        <p:nvPicPr>
          <p:cNvPr id="7" name="Content Placeholder 6" descr="Screenshot (1526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18962"/>
            <a:ext cx="6261100" cy="3162776"/>
          </a:xfrm>
        </p:spPr>
      </p:pic>
    </p:spTree>
    <p:extLst>
      <p:ext uri="{BB962C8B-B14F-4D97-AF65-F5344CB8AC3E}">
        <p14:creationId xmlns=""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</a:t>
            </a:r>
            <a:r>
              <a:rPr lang="en-US" dirty="0" smtClean="0"/>
              <a:t>Readme(Cont.)</a:t>
            </a:r>
            <a:endParaRPr lang="en-US" dirty="0"/>
          </a:p>
        </p:txBody>
      </p:sp>
      <p:pic>
        <p:nvPicPr>
          <p:cNvPr id="4" name="Content Placeholder 3" descr="Screenshot (1527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198245"/>
            <a:ext cx="6261100" cy="320421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</a:t>
            </a:r>
            <a:r>
              <a:rPr lang="en-US" dirty="0" smtClean="0"/>
              <a:t>Readme(Cont.)</a:t>
            </a:r>
            <a:endParaRPr lang="en-US" dirty="0"/>
          </a:p>
        </p:txBody>
      </p:sp>
      <p:pic>
        <p:nvPicPr>
          <p:cNvPr id="4" name="Content Placeholder 3" descr="Screenshot (1528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21324"/>
            <a:ext cx="6261100" cy="3158051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Project Readme(Cont.)</a:t>
            </a:r>
            <a:endParaRPr lang="en-US" dirty="0"/>
          </a:p>
        </p:txBody>
      </p:sp>
      <p:pic>
        <p:nvPicPr>
          <p:cNvPr id="4" name="Content Placeholder 3" descr="Screenshot (1529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14358"/>
            <a:ext cx="6261100" cy="3171984"/>
          </a:xfr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Commits</a:t>
            </a:r>
            <a:endParaRPr lang="en-US" dirty="0"/>
          </a:p>
        </p:txBody>
      </p:sp>
      <p:pic>
        <p:nvPicPr>
          <p:cNvPr id="4" name="Content Placeholder 3" descr="Screenshot (1530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197010"/>
            <a:ext cx="6261100" cy="3206680"/>
          </a:xfr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Commits(Cont.)</a:t>
            </a:r>
            <a:endParaRPr lang="en-US" dirty="0"/>
          </a:p>
        </p:txBody>
      </p:sp>
      <p:pic>
        <p:nvPicPr>
          <p:cNvPr id="4" name="Content Placeholder 3" descr="Screenshot (1531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212056"/>
            <a:ext cx="6261100" cy="3176588"/>
          </a:xfr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Issue board</a:t>
            </a:r>
            <a:endParaRPr lang="en-US" dirty="0"/>
          </a:p>
        </p:txBody>
      </p:sp>
      <p:pic>
        <p:nvPicPr>
          <p:cNvPr id="4" name="Content Placeholder 3" descr="Screenshot (1533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125070"/>
            <a:ext cx="6261100" cy="3350559"/>
          </a:xfr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Issue </a:t>
            </a:r>
            <a:r>
              <a:rPr lang="en-US" dirty="0" smtClean="0"/>
              <a:t>board(Cont.)</a:t>
            </a:r>
            <a:endParaRPr lang="en-US" dirty="0"/>
          </a:p>
        </p:txBody>
      </p:sp>
      <p:pic>
        <p:nvPicPr>
          <p:cNvPr id="4" name="Content Placeholder 3" descr="Screenshot (1534)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9263" y="1190353"/>
            <a:ext cx="6261100" cy="3219994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</TotalTime>
  <Words>51</Words>
  <Application>Microsoft Office PowerPoint</Application>
  <PresentationFormat>On-screen Show (16:9)</PresentationFormat>
  <Paragraphs>19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CSE299 project</vt:lpstr>
      <vt:lpstr>Members</vt:lpstr>
      <vt:lpstr>Project Readme</vt:lpstr>
      <vt:lpstr>Project Readme(Cont.)</vt:lpstr>
      <vt:lpstr>Project Readme(Cont.)</vt:lpstr>
      <vt:lpstr>Project Readme(Cont.)</vt:lpstr>
      <vt:lpstr>Commits</vt:lpstr>
      <vt:lpstr>Commits(Cont.)</vt:lpstr>
      <vt:lpstr>Issue board</vt:lpstr>
      <vt:lpstr>Issue board(Cont.)</vt:lpstr>
    </vt:vector>
  </TitlesOfParts>
  <Company>Microsoft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Julian</dc:creator>
  <cp:lastModifiedBy>Antu</cp:lastModifiedBy>
  <cp:revision>123</cp:revision>
  <dcterms:created xsi:type="dcterms:W3CDTF">2013-08-21T19:17:07Z</dcterms:created>
  <dcterms:modified xsi:type="dcterms:W3CDTF">2021-01-06T09:57:52Z</dcterms:modified>
</cp:coreProperties>
</file>