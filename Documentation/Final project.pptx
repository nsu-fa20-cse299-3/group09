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EC3C"/>
    <a:srgbClr val="007033"/>
    <a:srgbClr val="FFCC66"/>
    <a:srgbClr val="990099"/>
    <a:srgbClr val="CC0099"/>
    <a:srgbClr val="FE9202"/>
    <a:srgbClr val="6C1A00"/>
    <a:srgbClr val="00AACC"/>
    <a:srgbClr val="1D3A00"/>
    <a:srgbClr val="00329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786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8129B-D670-45A8-80B6-38E72459867A}" type="datetimeFigureOut">
              <a:rPr lang="en-US" smtClean="0"/>
              <a:pPr/>
              <a:t>1/16/2021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9FFDEE-DC9A-4B34-B786-A450E1885E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17525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17900" y="1960930"/>
            <a:ext cx="7177135" cy="198516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rgbClr val="5EEC3C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900" y="3946095"/>
            <a:ext cx="7177135" cy="763525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281175"/>
            <a:ext cx="8246069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5EEC3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197405"/>
            <a:ext cx="8246070" cy="3512215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433880"/>
            <a:ext cx="6260905" cy="572644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5EEC3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044700"/>
            <a:ext cx="6260904" cy="3511061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281176"/>
            <a:ext cx="8246069" cy="916230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5EEC3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655520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135341"/>
            <a:ext cx="4040188" cy="2137871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655520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135341"/>
            <a:ext cx="4041775" cy="2137871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xmlns="" id="{2EEC9D04-F5BA-4A49-AB65-C497D699F0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3918306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FD6D7A0-E93F-41B3-989C-1EFD83334D05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xmlns="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CSE299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CSE299 </a:t>
            </a:r>
            <a:r>
              <a:rPr lang="en-US" b="1" dirty="0" smtClean="0"/>
              <a:t>final project progress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197405"/>
            <a:ext cx="8246070" cy="381274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 Project Group member :</a:t>
            </a:r>
            <a:endParaRPr lang="en-US" dirty="0"/>
          </a:p>
          <a:p>
            <a:pPr>
              <a:buNone/>
            </a:pPr>
            <a:r>
              <a:rPr lang="en-US" b="1" dirty="0" smtClean="0"/>
              <a:t>  Member 1: </a:t>
            </a:r>
          </a:p>
          <a:p>
            <a:pPr>
              <a:buNone/>
            </a:pPr>
            <a:r>
              <a:rPr lang="en-US" dirty="0" smtClean="0"/>
              <a:t>  Name: </a:t>
            </a:r>
            <a:r>
              <a:rPr lang="en-US" dirty="0" err="1" smtClean="0"/>
              <a:t>Antu</a:t>
            </a:r>
            <a:r>
              <a:rPr lang="en-US" dirty="0" smtClean="0"/>
              <a:t> </a:t>
            </a:r>
            <a:r>
              <a:rPr lang="en-US" dirty="0" err="1" smtClean="0"/>
              <a:t>saha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Id:1722104642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  Member 2:</a:t>
            </a:r>
          </a:p>
          <a:p>
            <a:pPr>
              <a:buNone/>
            </a:pPr>
            <a:r>
              <a:rPr lang="en-US" dirty="0" smtClean="0"/>
              <a:t>  </a:t>
            </a:r>
            <a:r>
              <a:rPr lang="en-US" dirty="0" err="1" smtClean="0"/>
              <a:t>Name:Ashdsin</a:t>
            </a:r>
            <a:r>
              <a:rPr lang="en-US" dirty="0" smtClean="0"/>
              <a:t> </a:t>
            </a:r>
            <a:r>
              <a:rPr lang="en-US" dirty="0" err="1" smtClean="0"/>
              <a:t>Huq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ID:1632482042</a:t>
            </a:r>
            <a:r>
              <a:rPr lang="en-US" b="1" dirty="0" smtClean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Project Readme</a:t>
            </a:r>
            <a:endParaRPr lang="en-US" dirty="0"/>
          </a:p>
        </p:txBody>
      </p:sp>
      <p:pic>
        <p:nvPicPr>
          <p:cNvPr id="7" name="Content Placeholder 6" descr="Screenshot (1526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263" y="1218962"/>
            <a:ext cx="6261100" cy="3162776"/>
          </a:xfrm>
        </p:spPr>
      </p:pic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Project Readme(Cont.)</a:t>
            </a:r>
            <a:endParaRPr lang="en-US" dirty="0"/>
          </a:p>
        </p:txBody>
      </p:sp>
      <p:pic>
        <p:nvPicPr>
          <p:cNvPr id="4" name="Content Placeholder 3" descr="Screenshot (1527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263" y="1198245"/>
            <a:ext cx="6261100" cy="320421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Project Readme(Cont.)</a:t>
            </a:r>
            <a:endParaRPr lang="en-US" dirty="0"/>
          </a:p>
        </p:txBody>
      </p:sp>
      <p:pic>
        <p:nvPicPr>
          <p:cNvPr id="4" name="Content Placeholder 3" descr="Screenshot (1528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263" y="1221324"/>
            <a:ext cx="6261100" cy="3158051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Project Readme(Cont.)</a:t>
            </a:r>
            <a:endParaRPr lang="en-US" dirty="0"/>
          </a:p>
        </p:txBody>
      </p:sp>
      <p:pic>
        <p:nvPicPr>
          <p:cNvPr id="4" name="Content Placeholder 3" descr="Screenshot (1529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263" y="1214358"/>
            <a:ext cx="6261100" cy="3171984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Commits</a:t>
            </a:r>
            <a:endParaRPr lang="en-US" dirty="0"/>
          </a:p>
        </p:txBody>
      </p:sp>
      <p:pic>
        <p:nvPicPr>
          <p:cNvPr id="6" name="Content Placeholder 5" descr="Screenshot (1584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1200150"/>
            <a:ext cx="6261100" cy="3194719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Commits(Cont.)</a:t>
            </a:r>
            <a:endParaRPr lang="en-US" dirty="0"/>
          </a:p>
        </p:txBody>
      </p:sp>
      <p:pic>
        <p:nvPicPr>
          <p:cNvPr id="4" name="Content Placeholder 3" descr="Screenshot (1531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263" y="1212056"/>
            <a:ext cx="6261100" cy="3176588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Issue board</a:t>
            </a:r>
            <a:endParaRPr lang="en-US" dirty="0"/>
          </a:p>
        </p:txBody>
      </p:sp>
      <p:pic>
        <p:nvPicPr>
          <p:cNvPr id="6" name="Content Placeholder 5" descr="Screenshot (1588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263" y="1213287"/>
            <a:ext cx="6261100" cy="3174125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Issue board(Cont.)</a:t>
            </a:r>
            <a:endParaRPr lang="en-US" dirty="0"/>
          </a:p>
        </p:txBody>
      </p:sp>
      <p:pic>
        <p:nvPicPr>
          <p:cNvPr id="6" name="Content Placeholder 5" descr="Screenshot (1587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263" y="1212056"/>
            <a:ext cx="6261100" cy="3176588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Project UI</a:t>
            </a:r>
            <a:endParaRPr lang="en-US" dirty="0"/>
          </a:p>
        </p:txBody>
      </p:sp>
      <p:pic>
        <p:nvPicPr>
          <p:cNvPr id="4" name="Content Placeholder 3" descr="Screenshot (1586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263" y="1124585"/>
            <a:ext cx="6261100" cy="3351530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</TotalTime>
  <Words>53</Words>
  <Application>Microsoft Office PowerPoint</Application>
  <PresentationFormat>On-screen Show (16:9)</PresentationFormat>
  <Paragraphs>20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CSE299 project</vt:lpstr>
      <vt:lpstr>Members</vt:lpstr>
      <vt:lpstr>Project Readme</vt:lpstr>
      <vt:lpstr>Project Readme(Cont.)</vt:lpstr>
      <vt:lpstr>Project Readme(Cont.)</vt:lpstr>
      <vt:lpstr>Project Readme(Cont.)</vt:lpstr>
      <vt:lpstr>Commits</vt:lpstr>
      <vt:lpstr>Commits(Cont.)</vt:lpstr>
      <vt:lpstr>Issue board</vt:lpstr>
      <vt:lpstr>Issue board(Cont.)</vt:lpstr>
      <vt:lpstr>Project UI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Antu</cp:lastModifiedBy>
  <cp:revision>125</cp:revision>
  <dcterms:created xsi:type="dcterms:W3CDTF">2013-08-21T19:17:07Z</dcterms:created>
  <dcterms:modified xsi:type="dcterms:W3CDTF">2021-01-16T09:59:44Z</dcterms:modified>
</cp:coreProperties>
</file>