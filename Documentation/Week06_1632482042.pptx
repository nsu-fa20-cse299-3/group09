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9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E9202"/>
    <a:srgbClr val="FFF3E7"/>
    <a:srgbClr val="5EEC3C"/>
    <a:srgbClr val="FFDC47"/>
    <a:srgbClr val="CCCC00"/>
    <a:srgbClr val="FFCC66"/>
    <a:srgbClr val="007033"/>
    <a:srgbClr val="990099"/>
    <a:srgbClr val="CC0099"/>
    <a:srgbClr val="6C1A00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91" d="100"/>
          <a:sy n="91" d="100"/>
        </p:scale>
        <p:origin x="-786" y="-9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882733-6617-4C99-A2A5-50FBEA7F0AF7}" type="datetimeFigureOut">
              <a:rPr lang="en-US" smtClean="0"/>
              <a:pPr/>
              <a:t>12/9/2020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3E6C50-972E-431E-9177-9FAB59CA1CB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6730157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48965" y="3335275"/>
            <a:ext cx="8246070" cy="763525"/>
          </a:xfr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48965" y="4098800"/>
            <a:ext cx="8246070" cy="458115"/>
          </a:xfrm>
        </p:spPr>
        <p:txBody>
          <a:bodyPr>
            <a:normAutofit/>
          </a:bodyPr>
          <a:lstStyle>
            <a:lvl1pPr marL="0" indent="0" algn="r">
              <a:buNone/>
              <a:defRPr sz="2800" b="0" i="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12/9/2020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2538751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8965" y="1350110"/>
            <a:ext cx="8246070" cy="610820"/>
          </a:xfrm>
        </p:spPr>
        <p:txBody>
          <a:bodyPr>
            <a:normAutofit/>
          </a:bodyPr>
          <a:lstStyle>
            <a:lvl1pPr algn="r">
              <a:defRPr sz="3600" baseline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8966" y="1960931"/>
            <a:ext cx="8246070" cy="2748684"/>
          </a:xfrm>
        </p:spPr>
        <p:txBody>
          <a:bodyPr/>
          <a:lstStyle>
            <a:lvl1pPr algn="l">
              <a:defRPr sz="2800">
                <a:solidFill>
                  <a:schemeClr val="tx1"/>
                </a:solidFill>
              </a:defRPr>
            </a:lvl1pPr>
            <a:lvl2pPr algn="l">
              <a:defRPr>
                <a:solidFill>
                  <a:schemeClr val="tx1"/>
                </a:solidFill>
              </a:defRPr>
            </a:lvl2pPr>
            <a:lvl3pPr algn="l">
              <a:defRPr>
                <a:solidFill>
                  <a:schemeClr val="tx1"/>
                </a:solidFill>
              </a:defRPr>
            </a:lvl3pPr>
            <a:lvl4pPr algn="l">
              <a:defRPr>
                <a:solidFill>
                  <a:schemeClr val="tx1"/>
                </a:solidFill>
              </a:defRPr>
            </a:lvl4pPr>
            <a:lvl5pPr algn="l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12/9/2020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6644713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4950" y="433880"/>
            <a:ext cx="5802790" cy="572644"/>
          </a:xfrm>
        </p:spPr>
        <p:txBody>
          <a:bodyPr>
            <a:normAutofit/>
          </a:bodyPr>
          <a:lstStyle>
            <a:lvl1pPr algn="l">
              <a:defRPr sz="360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4950" y="1197406"/>
            <a:ext cx="5802790" cy="3358356"/>
          </a:xfrm>
        </p:spPr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12/9/2020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629391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12/9/2020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8634415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12/9/2020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5567918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8964" y="1350110"/>
            <a:ext cx="8246071" cy="610820"/>
          </a:xfrm>
        </p:spPr>
        <p:txBody>
          <a:bodyPr>
            <a:normAutofit/>
          </a:bodyPr>
          <a:lstStyle>
            <a:lvl1pPr algn="r">
              <a:defRPr sz="3600" baseline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6879" y="1960930"/>
            <a:ext cx="4040188" cy="479822"/>
          </a:xfrm>
        </p:spPr>
        <p:txBody>
          <a:bodyPr anchor="b"/>
          <a:lstStyle>
            <a:lvl1pPr marL="0" indent="0" algn="ctr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6879" y="2571750"/>
            <a:ext cx="4040188" cy="2137871"/>
          </a:xfrm>
        </p:spPr>
        <p:txBody>
          <a:bodyPr/>
          <a:lstStyle>
            <a:lvl1pPr algn="ctr">
              <a:defRPr sz="2400">
                <a:solidFill>
                  <a:schemeClr val="tx1"/>
                </a:solidFill>
              </a:defRPr>
            </a:lvl1pPr>
            <a:lvl2pPr algn="ctr">
              <a:defRPr sz="2000">
                <a:solidFill>
                  <a:schemeClr val="tx1"/>
                </a:solidFill>
              </a:defRPr>
            </a:lvl2pPr>
            <a:lvl3pPr algn="ctr">
              <a:defRPr sz="1800">
                <a:solidFill>
                  <a:schemeClr val="tx1"/>
                </a:solidFill>
              </a:defRPr>
            </a:lvl3pPr>
            <a:lvl4pPr algn="ctr">
              <a:defRPr sz="1600">
                <a:solidFill>
                  <a:schemeClr val="tx1"/>
                </a:solidFill>
              </a:defRPr>
            </a:lvl4pPr>
            <a:lvl5pPr algn="ctr"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72000" y="1960930"/>
            <a:ext cx="4041775" cy="479822"/>
          </a:xfrm>
        </p:spPr>
        <p:txBody>
          <a:bodyPr anchor="b"/>
          <a:lstStyle>
            <a:lvl1pPr marL="0" indent="0" algn="ctr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72000" y="2571750"/>
            <a:ext cx="4041775" cy="2137871"/>
          </a:xfrm>
        </p:spPr>
        <p:txBody>
          <a:bodyPr/>
          <a:lstStyle>
            <a:lvl1pPr algn="ctr">
              <a:defRPr sz="2400">
                <a:solidFill>
                  <a:schemeClr val="tx1"/>
                </a:solidFill>
              </a:defRPr>
            </a:lvl1pPr>
            <a:lvl2pPr algn="ctr">
              <a:defRPr sz="2000">
                <a:solidFill>
                  <a:schemeClr val="tx1"/>
                </a:solidFill>
              </a:defRPr>
            </a:lvl2pPr>
            <a:lvl3pPr algn="ctr">
              <a:defRPr sz="1800">
                <a:solidFill>
                  <a:schemeClr val="tx1"/>
                </a:solidFill>
              </a:defRPr>
            </a:lvl3pPr>
            <a:lvl4pPr algn="ctr">
              <a:defRPr sz="1600">
                <a:solidFill>
                  <a:schemeClr val="tx1"/>
                </a:solidFill>
              </a:defRPr>
            </a:lvl4pPr>
            <a:lvl5pPr algn="ctr"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12/9/2020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1229119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12/9/2020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0297731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12/9/2020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2518640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12/9/2020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1744526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12/9/2020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776078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12/9/2020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4286657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12/9/2020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 descr="E:\websites\free-power-point-templates\2012\logos.png">
            <a:extLst>
              <a:ext uri="{FF2B5EF4-FFF2-40B4-BE49-F238E27FC236}">
                <a16:creationId xmlns:a16="http://schemas.microsoft.com/office/drawing/2014/main" xmlns="" id="{30B13A5B-63C4-4973-9ECB-21BE8C92CEC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 bwMode="auto">
          <a:xfrm>
            <a:off x="3918306" y="2326213"/>
            <a:ext cx="1463784" cy="5269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8936099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74F12-AA26-4AC8-9962-C36BB8F32554}" type="datetimeFigureOut">
              <a:rPr lang="en-US" smtClean="0"/>
              <a:pPr/>
              <a:t>12/9/2020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E4DEB03E-35A2-4402-9CC6-EDAA7FDF6F21}"/>
              </a:ext>
            </a:extLst>
          </p:cNvPr>
          <p:cNvSpPr txBox="1"/>
          <p:nvPr userDrawn="1"/>
        </p:nvSpPr>
        <p:spPr>
          <a:xfrm>
            <a:off x="-9150" y="5213747"/>
            <a:ext cx="8389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>
                <a:solidFill>
                  <a:schemeClr val="bg1">
                    <a:lumMod val="65000"/>
                  </a:schemeClr>
                </a:solidFill>
              </a:rPr>
              <a:t>This presentation uses a free template provided by FPPT.com</a:t>
            </a:r>
          </a:p>
          <a:p>
            <a:r>
              <a:rPr lang="en-US" sz="1400">
                <a:solidFill>
                  <a:schemeClr val="bg1">
                    <a:lumMod val="65000"/>
                  </a:schemeClr>
                </a:solidFill>
              </a:rPr>
              <a:t>www.free-power-point-templates.com</a:t>
            </a:r>
          </a:p>
        </p:txBody>
      </p:sp>
    </p:spTree>
    <p:extLst>
      <p:ext uri="{BB962C8B-B14F-4D97-AF65-F5344CB8AC3E}">
        <p14:creationId xmlns:p14="http://schemas.microsoft.com/office/powerpoint/2010/main" xmlns="" val="19440393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tx1"/>
                </a:solidFill>
              </a:rPr>
              <a:t>CSE299 project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 smtClean="0"/>
              <a:t>CSE299 project </a:t>
            </a:r>
            <a:r>
              <a:rPr lang="en-US" b="1" dirty="0" smtClean="0"/>
              <a:t>weekly progress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639203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276350"/>
            <a:ext cx="8246070" cy="610820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 smtClean="0"/>
              <a:t> Project </a:t>
            </a:r>
            <a:r>
              <a:rPr lang="en-US" dirty="0" smtClean="0"/>
              <a:t>Group member 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8966" y="1809750"/>
            <a:ext cx="8246070" cy="3200400"/>
          </a:xfrm>
        </p:spPr>
        <p:txBody>
          <a:bodyPr/>
          <a:lstStyle/>
          <a:p>
            <a:pPr>
              <a:buNone/>
            </a:pPr>
            <a:r>
              <a:rPr lang="en-US" b="1" dirty="0" smtClean="0"/>
              <a:t>Member 1: </a:t>
            </a:r>
          </a:p>
          <a:p>
            <a:pPr>
              <a:buNone/>
            </a:pPr>
            <a:r>
              <a:rPr lang="en-US" dirty="0" smtClean="0"/>
              <a:t>Name: </a:t>
            </a:r>
            <a:r>
              <a:rPr lang="en-US" dirty="0" err="1" smtClean="0"/>
              <a:t>Antu</a:t>
            </a:r>
            <a:r>
              <a:rPr lang="en-US" dirty="0" smtClean="0"/>
              <a:t> </a:t>
            </a:r>
            <a:r>
              <a:rPr lang="en-US" dirty="0" err="1" smtClean="0"/>
              <a:t>saha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Id:1722104642</a:t>
            </a:r>
          </a:p>
          <a:p>
            <a:pPr>
              <a:buNone/>
            </a:pPr>
            <a:r>
              <a:rPr lang="en-US" b="1" dirty="0" smtClean="0"/>
              <a:t>Member 2:</a:t>
            </a:r>
          </a:p>
          <a:p>
            <a:pPr>
              <a:buNone/>
            </a:pPr>
            <a:r>
              <a:rPr lang="en-US" dirty="0" err="1" smtClean="0"/>
              <a:t>Name:Ashdsin</a:t>
            </a:r>
            <a:r>
              <a:rPr lang="en-US" dirty="0" smtClean="0"/>
              <a:t> </a:t>
            </a:r>
            <a:r>
              <a:rPr lang="en-US" dirty="0" err="1" smtClean="0"/>
              <a:t>Huq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ID:1632482042</a:t>
            </a:r>
            <a:r>
              <a:rPr lang="en-US" b="1" dirty="0" smtClean="0"/>
              <a:t> </a:t>
            </a:r>
            <a:endParaRPr lang="en-US" b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41033094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 smtClean="0">
                <a:solidFill>
                  <a:schemeClr val="tx1"/>
                </a:solidFill>
              </a:rPr>
              <a:t>Github</a:t>
            </a:r>
            <a:r>
              <a:rPr lang="en-US" dirty="0" smtClean="0">
                <a:solidFill>
                  <a:schemeClr val="tx1"/>
                </a:solidFill>
              </a:rPr>
              <a:t> Front page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6" name="Content Placeholder 5" descr="Screenshot (1444)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44825" y="1464826"/>
            <a:ext cx="5802313" cy="2823447"/>
          </a:xfrm>
        </p:spPr>
      </p:pic>
    </p:spTree>
    <p:extLst>
      <p:ext uri="{BB962C8B-B14F-4D97-AF65-F5344CB8AC3E}">
        <p14:creationId xmlns:p14="http://schemas.microsoft.com/office/powerpoint/2010/main" xmlns="" val="11016338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 smtClean="0">
                <a:solidFill>
                  <a:schemeClr val="tx1"/>
                </a:solidFill>
              </a:rPr>
              <a:t>Github</a:t>
            </a:r>
            <a:r>
              <a:rPr lang="en-US" dirty="0" smtClean="0">
                <a:solidFill>
                  <a:schemeClr val="tx1"/>
                </a:solidFill>
              </a:rPr>
              <a:t> Board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7" name="Content Placeholder 6" descr="Screenshot (1446)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44825" y="1438771"/>
            <a:ext cx="5802313" cy="2875558"/>
          </a:xfrm>
        </p:spPr>
      </p:pic>
    </p:spTree>
    <p:extLst>
      <p:ext uri="{BB962C8B-B14F-4D97-AF65-F5344CB8AC3E}">
        <p14:creationId xmlns:p14="http://schemas.microsoft.com/office/powerpoint/2010/main" xmlns="" val="11016338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 smtClean="0">
                <a:solidFill>
                  <a:schemeClr val="tx1"/>
                </a:solidFill>
              </a:rPr>
              <a:t>Github</a:t>
            </a:r>
            <a:r>
              <a:rPr lang="en-US" dirty="0" smtClean="0">
                <a:solidFill>
                  <a:schemeClr val="tx1"/>
                </a:solidFill>
              </a:rPr>
              <a:t> Board(cont)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6" name="Content Placeholder 5" descr="Screenshot (1447)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44825" y="1403523"/>
            <a:ext cx="5802313" cy="2946053"/>
          </a:xfrm>
        </p:spPr>
      </p:pic>
    </p:spTree>
    <p:extLst>
      <p:ext uri="{BB962C8B-B14F-4D97-AF65-F5344CB8AC3E}">
        <p14:creationId xmlns:p14="http://schemas.microsoft.com/office/powerpoint/2010/main" xmlns="" val="11016338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>
                <a:solidFill>
                  <a:schemeClr val="tx1"/>
                </a:solidFill>
              </a:rPr>
              <a:t>This Week’s commits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7" name="Content Placeholder 6" descr="Screenshot (1448)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44825" y="1399208"/>
            <a:ext cx="5802313" cy="2954684"/>
          </a:xfrm>
        </p:spPr>
      </p:pic>
    </p:spTree>
    <p:extLst>
      <p:ext uri="{BB962C8B-B14F-4D97-AF65-F5344CB8AC3E}">
        <p14:creationId xmlns:p14="http://schemas.microsoft.com/office/powerpoint/2010/main" xmlns="" val="11016338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>
                <a:solidFill>
                  <a:schemeClr val="tx1"/>
                </a:solidFill>
              </a:rPr>
              <a:t>This Week’s commits(Cont)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6" name="Content Placeholder 5" descr="Screenshot (1449)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44825" y="1407826"/>
            <a:ext cx="5802313" cy="2937448"/>
          </a:xfrm>
        </p:spPr>
      </p:pic>
    </p:spTree>
    <p:extLst>
      <p:ext uri="{BB962C8B-B14F-4D97-AF65-F5344CB8AC3E}">
        <p14:creationId xmlns:p14="http://schemas.microsoft.com/office/powerpoint/2010/main" xmlns="" val="11016338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>
                <a:solidFill>
                  <a:schemeClr val="tx1"/>
                </a:solidFill>
              </a:rPr>
              <a:t>Issues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7" name="Content Placeholder 6" descr="Screenshot (1451)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44825" y="1403556"/>
            <a:ext cx="5802313" cy="2945987"/>
          </a:xfrm>
        </p:spPr>
      </p:pic>
    </p:spTree>
    <p:extLst>
      <p:ext uri="{BB962C8B-B14F-4D97-AF65-F5344CB8AC3E}">
        <p14:creationId xmlns:p14="http://schemas.microsoft.com/office/powerpoint/2010/main" xmlns="" val="11016338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>
                <a:solidFill>
                  <a:schemeClr val="tx1"/>
                </a:solidFill>
              </a:rPr>
              <a:t>Issues(Cont)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6" name="Content Placeholder 5" descr="Screenshot (1450)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44825" y="1390592"/>
            <a:ext cx="5802313" cy="2971916"/>
          </a:xfrm>
        </p:spPr>
      </p:pic>
    </p:spTree>
    <p:extLst>
      <p:ext uri="{BB962C8B-B14F-4D97-AF65-F5344CB8AC3E}">
        <p14:creationId xmlns:p14="http://schemas.microsoft.com/office/powerpoint/2010/main" xmlns="" val="11016338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>
                <a:solidFill>
                  <a:schemeClr val="tx1"/>
                </a:solidFill>
              </a:rPr>
              <a:t>Milestones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7" name="Content Placeholder 6" descr="Screenshot (1452)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44825" y="1414213"/>
            <a:ext cx="5802313" cy="2924674"/>
          </a:xfrm>
        </p:spPr>
      </p:pic>
    </p:spTree>
    <p:extLst>
      <p:ext uri="{BB962C8B-B14F-4D97-AF65-F5344CB8AC3E}">
        <p14:creationId xmlns:p14="http://schemas.microsoft.com/office/powerpoint/2010/main" xmlns="" val="11016338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>
                <a:solidFill>
                  <a:schemeClr val="tx1"/>
                </a:solidFill>
                <a:latin typeface="Roboto"/>
              </a:rPr>
              <a:t>Local repository snapshot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6" name="Content Placeholder 5" descr="Screenshot (1445)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44825" y="1326411"/>
            <a:ext cx="5802313" cy="3100277"/>
          </a:xfrm>
        </p:spPr>
      </p:pic>
    </p:spTree>
    <p:extLst>
      <p:ext uri="{BB962C8B-B14F-4D97-AF65-F5344CB8AC3E}">
        <p14:creationId xmlns:p14="http://schemas.microsoft.com/office/powerpoint/2010/main" xmlns="" val="11016338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905</TotalTime>
  <Words>46</Words>
  <Application>Microsoft Office PowerPoint</Application>
  <PresentationFormat>On-screen Show (16:9)</PresentationFormat>
  <Paragraphs>18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CSE299 project</vt:lpstr>
      <vt:lpstr> Project Group member  </vt:lpstr>
      <vt:lpstr>Github Front page</vt:lpstr>
      <vt:lpstr>Github Board</vt:lpstr>
      <vt:lpstr>Github Board(cont)</vt:lpstr>
      <vt:lpstr>This Week’s commits</vt:lpstr>
      <vt:lpstr>This Week’s commits(Cont)</vt:lpstr>
      <vt:lpstr>Issues</vt:lpstr>
      <vt:lpstr>Issues(Cont)</vt:lpstr>
      <vt:lpstr>Milestones</vt:lpstr>
      <vt:lpstr>Local repository snapshot</vt:lpstr>
    </vt:vector>
  </TitlesOfParts>
  <Company>Microsoft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Julian</dc:creator>
  <cp:lastModifiedBy>Antu</cp:lastModifiedBy>
  <cp:revision>132</cp:revision>
  <dcterms:created xsi:type="dcterms:W3CDTF">2013-08-21T19:17:07Z</dcterms:created>
  <dcterms:modified xsi:type="dcterms:W3CDTF">2020-12-09T10:04:12Z</dcterms:modified>
</cp:coreProperties>
</file>